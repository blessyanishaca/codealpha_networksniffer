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7F1D1D">
              <a:alpha val="25000"/>
            </a:srgbClr>
          </a:solidFill>
          <a:ln w="12700">
            <a:solidFill>
              <a:srgbClr val="7F1D1D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1E3A5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64008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621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EF4444"/>
                </a:solidFill>
              </a:rPr>
              <a:t>🎓 CODEALPHA CYBERSECURITY TRAINING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Get </a:t>
            </a:r>
            <a:pPr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Hooked.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292608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971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34564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emails/day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292608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971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2080" y="34564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attacked yearly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40880" y="292608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971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34564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minute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  ·  Interactive Quiz  ·  Certificate of Completion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16459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🛡️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27432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PhishingShield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trusted sources to steal your passwords, money, or personal data. It exploits human psychology — not technical vulnerabilities.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from banks, companies, or services with malicious links or attachments.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214884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78608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(SMS)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312724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texts claiming prizes, deliveries, or account alerts with suspicious links.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214884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0016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0016" y="312724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using your real name and details gathered from social media.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9984" y="214884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9984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21424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(Voice)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21424" y="312724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from fake tech support or bank officials demanding credentials.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Real Case: 2020 Twitter hack via spear phishing → Accounts of Obama, Musk &amp; Apple compromised → $120K Bitcoin scam.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FCA5A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02920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support@paypa1-secure.com </a:t>
            </a:r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URGENT: Verify in 24 hours or lose access! 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81965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 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suspicious activity on your account. Click below to verify your identity immediately or face permanent closure.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2761488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 Now 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act will result in legal action. 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PayPaI Security Team (note the capital "I" not "l")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77840" y="1298448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33502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Fake Domain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15727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paypa1-secure.com — "1" not "l"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1975104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011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Urgency Tactic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224942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deadline creates panic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7840" y="265176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688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Generic Greeting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2926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"Valued Customer" not your name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3328416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3649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Fake Link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36027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leads to phishing site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4005072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40416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Threat Language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42793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"Legal action" — fear tactic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don't just hack computers — they hack human psychology.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01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Urgency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deleted in 1 hour!"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01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Good To Be True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20756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 an iPhone! Claim now."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52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Impersonation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1272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your IT dept. We need your password."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7432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852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/ Trust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1272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[Your Name], saw you on LinkedIn..."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1788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doing an employee survey..."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7947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41788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free PDF, then asks for your info.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206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42062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35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996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 any link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4206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98448"/>
            <a:ext cx="42062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35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4996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 (2FA)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21992"/>
            <a:ext cx="4206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21992"/>
            <a:ext cx="42062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423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trusted Password Manager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221992"/>
            <a:ext cx="4206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221992"/>
            <a:ext cx="42062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⏸️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2423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— urgency is a red flag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45536"/>
            <a:ext cx="4206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45536"/>
            <a:ext cx="42062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org directly to verify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145536"/>
            <a:ext cx="4206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45536"/>
            <a:ext cx="42062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 to CERT-In / 1930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4206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069080"/>
            <a:ext cx="42062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2702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&amp; browser updated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4069080"/>
            <a:ext cx="42062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4069080"/>
            <a:ext cx="42062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6400" y="42702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HTTPS + the full domain name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— Quiz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173736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You receive an email from "support@paypa1-secure.com" saying your payment failed. What should you do?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1A2235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653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the link and update payment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84708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653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Call using the official website number 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1A2235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Reply asking for more info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234086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1A2235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Forward to a friend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8412480" cy="173736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18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The strongest defense against phishing credential theft is: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1A2235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Using a strong password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67588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Two-Factor Authentication (2FA) 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1A2235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879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Never opening unknown emails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416966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1A2235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1879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Antivirus software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= Correct Answer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52E16">
              <a:alpha val="60000"/>
            </a:srgbClr>
          </a:solidFill>
          <a:ln w="12700">
            <a:solidFill>
              <a:srgbClr val="052E1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3B0A0A">
              <a:alpha val="60000"/>
            </a:srgbClr>
          </a:solidFill>
          <a:ln w="12700">
            <a:solidFill>
              <a:srgbClr val="3B0A0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"Think Before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Click."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sender, hover links, call to confirm.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651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 urgency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is a manipulation tactic — slow down.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5603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651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your security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2FA, strong passwords, a password manager.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4114800"/>
            <a:ext cx="6400800" cy="658368"/>
          </a:xfrm>
          <a:prstGeom prst="roundRect">
            <a:avLst>
              <a:gd name="adj" fmla="val 13889"/>
            </a:avLst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1480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Report cyber crime in India: Call 1930 or visit cybercrime.gov.in | CERT-In: cert-in.org.in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CodeAlpha Cybersecurity Internship Program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</dc:creator>
  <cp:lastModifiedBy>CodeAlpha</cp:lastModifiedBy>
  <cp:revision>1</cp:revision>
  <dcterms:created xsi:type="dcterms:W3CDTF">2026-06-12T08:49:49Z</dcterms:created>
  <dcterms:modified xsi:type="dcterms:W3CDTF">2026-06-12T08:49:49Z</dcterms:modified>
</cp:coreProperties>
</file>